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6" r:id="rId4"/>
    <p:sldId id="275" r:id="rId5"/>
    <p:sldId id="282" r:id="rId6"/>
    <p:sldId id="280" r:id="rId7"/>
    <p:sldId id="281" r:id="rId8"/>
    <p:sldId id="284" r:id="rId9"/>
    <p:sldId id="287" r:id="rId10"/>
    <p:sldId id="286" r:id="rId11"/>
    <p:sldId id="288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91E15-7B7B-4B71-AF67-9C248674805F}" v="108" dt="2025-11-03T13:33:47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y Thomas" userId="09502d371ac9fb59" providerId="LiveId" clId="{90F27AE9-35DA-4D8E-A807-71291D855316}"/>
    <pc:docChg chg="undo custSel addSld delSld modSld sldOrd">
      <pc:chgData name="Abey Thomas" userId="09502d371ac9fb59" providerId="LiveId" clId="{90F27AE9-35DA-4D8E-A807-71291D855316}" dt="2025-11-03T13:33:51.236" v="934" actId="20577"/>
      <pc:docMkLst>
        <pc:docMk/>
      </pc:docMkLst>
      <pc:sldChg chg="addSp delSp modSp new del mod">
        <pc:chgData name="Abey Thomas" userId="09502d371ac9fb59" providerId="LiveId" clId="{90F27AE9-35DA-4D8E-A807-71291D855316}" dt="2025-11-03T09:53:04.747" v="167" actId="47"/>
        <pc:sldMkLst>
          <pc:docMk/>
          <pc:sldMk cId="250587634" sldId="256"/>
        </pc:sldMkLst>
        <pc:spChg chg="mod">
          <ac:chgData name="Abey Thomas" userId="09502d371ac9fb59" providerId="LiveId" clId="{90F27AE9-35DA-4D8E-A807-71291D855316}" dt="2025-11-03T09:47:42.426" v="58" actId="122"/>
          <ac:spMkLst>
            <pc:docMk/>
            <pc:sldMk cId="250587634" sldId="256"/>
            <ac:spMk id="2" creationId="{744B0475-19CC-29E1-410F-72B3E28BCCC3}"/>
          </ac:spMkLst>
        </pc:spChg>
        <pc:spChg chg="add del mod">
          <ac:chgData name="Abey Thomas" userId="09502d371ac9fb59" providerId="LiveId" clId="{90F27AE9-35DA-4D8E-A807-71291D855316}" dt="2025-11-03T09:47:27.763" v="55" actId="27636"/>
          <ac:spMkLst>
            <pc:docMk/>
            <pc:sldMk cId="250587634" sldId="256"/>
            <ac:spMk id="3" creationId="{F525BD38-E23F-B0FF-4B2F-63969A4263E3}"/>
          </ac:spMkLst>
        </pc:spChg>
      </pc:sldChg>
      <pc:sldChg chg="addSp delSp modSp add mod">
        <pc:chgData name="Abey Thomas" userId="09502d371ac9fb59" providerId="LiveId" clId="{90F27AE9-35DA-4D8E-A807-71291D855316}" dt="2025-11-03T09:55:55.043" v="183" actId="403"/>
        <pc:sldMkLst>
          <pc:docMk/>
          <pc:sldMk cId="146227092" sldId="273"/>
        </pc:sldMkLst>
        <pc:spChg chg="del mod">
          <ac:chgData name="Abey Thomas" userId="09502d371ac9fb59" providerId="LiveId" clId="{90F27AE9-35DA-4D8E-A807-71291D855316}" dt="2025-11-03T09:50:31.769" v="82" actId="478"/>
          <ac:spMkLst>
            <pc:docMk/>
            <pc:sldMk cId="146227092" sldId="273"/>
            <ac:spMk id="2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0:35.091" v="84" actId="478"/>
          <ac:spMkLst>
            <pc:docMk/>
            <pc:sldMk cId="146227092" sldId="273"/>
            <ac:spMk id="3" creationId="{00000000-0000-0000-0000-000000000000}"/>
          </ac:spMkLst>
        </pc:spChg>
        <pc:spChg chg="add del mod">
          <ac:chgData name="Abey Thomas" userId="09502d371ac9fb59" providerId="LiveId" clId="{90F27AE9-35DA-4D8E-A807-71291D855316}" dt="2025-11-03T09:50:33.501" v="83" actId="478"/>
          <ac:spMkLst>
            <pc:docMk/>
            <pc:sldMk cId="146227092" sldId="273"/>
            <ac:spMk id="5" creationId="{5A101A99-1BBD-F617-321F-1807902F2A99}"/>
          </ac:spMkLst>
        </pc:spChg>
        <pc:spChg chg="add del mod">
          <ac:chgData name="Abey Thomas" userId="09502d371ac9fb59" providerId="LiveId" clId="{90F27AE9-35DA-4D8E-A807-71291D855316}" dt="2025-11-03T09:51:22.759" v="102" actId="478"/>
          <ac:spMkLst>
            <pc:docMk/>
            <pc:sldMk cId="146227092" sldId="273"/>
            <ac:spMk id="13" creationId="{ED522316-8549-C514-7397-032021365B1C}"/>
          </ac:spMkLst>
        </pc:spChg>
        <pc:spChg chg="mod">
          <ac:chgData name="Abey Thomas" userId="09502d371ac9fb59" providerId="LiveId" clId="{90F27AE9-35DA-4D8E-A807-71291D855316}" dt="2025-11-03T09:51:42.076" v="109" actId="1076"/>
          <ac:spMkLst>
            <pc:docMk/>
            <pc:sldMk cId="146227092" sldId="273"/>
            <ac:spMk id="20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0:03.793" v="75" actId="478"/>
          <ac:spMkLst>
            <pc:docMk/>
            <pc:sldMk cId="146227092" sldId="273"/>
            <ac:spMk id="22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0:02.674" v="74" actId="478"/>
          <ac:spMkLst>
            <pc:docMk/>
            <pc:sldMk cId="146227092" sldId="273"/>
            <ac:spMk id="23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49:46.248" v="62" actId="478"/>
          <ac:spMkLst>
            <pc:docMk/>
            <pc:sldMk cId="146227092" sldId="273"/>
            <ac:spMk id="24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49:47.910" v="64" actId="478"/>
          <ac:spMkLst>
            <pc:docMk/>
            <pc:sldMk cId="146227092" sldId="273"/>
            <ac:spMk id="25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49:55.970" v="70" actId="478"/>
          <ac:spMkLst>
            <pc:docMk/>
            <pc:sldMk cId="146227092" sldId="273"/>
            <ac:spMk id="26" creationId="{00000000-0000-0000-0000-000000000000}"/>
          </ac:spMkLst>
        </pc:spChg>
        <pc:spChg chg="del mod">
          <ac:chgData name="Abey Thomas" userId="09502d371ac9fb59" providerId="LiveId" clId="{90F27AE9-35DA-4D8E-A807-71291D855316}" dt="2025-11-03T09:49:52.023" v="67" actId="478"/>
          <ac:spMkLst>
            <pc:docMk/>
            <pc:sldMk cId="146227092" sldId="273"/>
            <ac:spMk id="27" creationId="{00000000-0000-0000-0000-000000000000}"/>
          </ac:spMkLst>
        </pc:spChg>
        <pc:spChg chg="del mod">
          <ac:chgData name="Abey Thomas" userId="09502d371ac9fb59" providerId="LiveId" clId="{90F27AE9-35DA-4D8E-A807-71291D855316}" dt="2025-11-03T09:49:55.109" v="69" actId="478"/>
          <ac:spMkLst>
            <pc:docMk/>
            <pc:sldMk cId="146227092" sldId="273"/>
            <ac:spMk id="28" creationId="{00000000-0000-0000-0000-000000000000}"/>
          </ac:spMkLst>
        </pc:spChg>
        <pc:spChg chg="del mod">
          <ac:chgData name="Abey Thomas" userId="09502d371ac9fb59" providerId="LiveId" clId="{90F27AE9-35DA-4D8E-A807-71291D855316}" dt="2025-11-03T09:49:55.109" v="69" actId="478"/>
          <ac:spMkLst>
            <pc:docMk/>
            <pc:sldMk cId="146227092" sldId="273"/>
            <ac:spMk id="29" creationId="{00000000-0000-0000-0000-000000000000}"/>
          </ac:spMkLst>
        </pc:spChg>
        <pc:spChg chg="del mod">
          <ac:chgData name="Abey Thomas" userId="09502d371ac9fb59" providerId="LiveId" clId="{90F27AE9-35DA-4D8E-A807-71291D855316}" dt="2025-11-03T09:50:54.758" v="93" actId="478"/>
          <ac:spMkLst>
            <pc:docMk/>
            <pc:sldMk cId="146227092" sldId="273"/>
            <ac:spMk id="30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1:30.859" v="105" actId="478"/>
          <ac:spMkLst>
            <pc:docMk/>
            <pc:sldMk cId="146227092" sldId="273"/>
            <ac:spMk id="31" creationId="{00000000-0000-0000-0000-000000000000}"/>
          </ac:spMkLst>
        </pc:spChg>
        <pc:spChg chg="mod">
          <ac:chgData name="Abey Thomas" userId="09502d371ac9fb59" providerId="LiveId" clId="{90F27AE9-35DA-4D8E-A807-71291D855316}" dt="2025-11-03T09:51:51.072" v="111" actId="6549"/>
          <ac:spMkLst>
            <pc:docMk/>
            <pc:sldMk cId="146227092" sldId="273"/>
            <ac:spMk id="32" creationId="{00000000-0000-0000-0000-000000000000}"/>
          </ac:spMkLst>
        </pc:spChg>
        <pc:spChg chg="del mod">
          <ac:chgData name="Abey Thomas" userId="09502d371ac9fb59" providerId="LiveId" clId="{90F27AE9-35DA-4D8E-A807-71291D855316}" dt="2025-11-03T09:49:49.855" v="66" actId="478"/>
          <ac:spMkLst>
            <pc:docMk/>
            <pc:sldMk cId="146227092" sldId="273"/>
            <ac:spMk id="33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49:55.109" v="69" actId="478"/>
          <ac:spMkLst>
            <pc:docMk/>
            <pc:sldMk cId="146227092" sldId="273"/>
            <ac:spMk id="35" creationId="{00000000-0000-0000-0000-000000000000}"/>
          </ac:spMkLst>
        </pc:spChg>
        <pc:spChg chg="mod">
          <ac:chgData name="Abey Thomas" userId="09502d371ac9fb59" providerId="LiveId" clId="{90F27AE9-35DA-4D8E-A807-71291D855316}" dt="2025-11-03T09:52:59.366" v="166" actId="1076"/>
          <ac:spMkLst>
            <pc:docMk/>
            <pc:sldMk cId="146227092" sldId="273"/>
            <ac:spMk id="36" creationId="{00000000-0000-0000-0000-000000000000}"/>
          </ac:spMkLst>
        </pc:spChg>
        <pc:spChg chg="mod">
          <ac:chgData name="Abey Thomas" userId="09502d371ac9fb59" providerId="LiveId" clId="{90F27AE9-35DA-4D8E-A807-71291D855316}" dt="2025-11-03T09:55:55.043" v="183" actId="403"/>
          <ac:spMkLst>
            <pc:docMk/>
            <pc:sldMk cId="146227092" sldId="273"/>
            <ac:spMk id="37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0:06.075" v="76" actId="478"/>
          <ac:spMkLst>
            <pc:docMk/>
            <pc:sldMk cId="146227092" sldId="273"/>
            <ac:spMk id="38" creationId="{00000000-0000-0000-0000-000000000000}"/>
          </ac:spMkLst>
        </pc:spChg>
        <pc:spChg chg="del">
          <ac:chgData name="Abey Thomas" userId="09502d371ac9fb59" providerId="LiveId" clId="{90F27AE9-35DA-4D8E-A807-71291D855316}" dt="2025-11-03T09:50:09.144" v="77" actId="478"/>
          <ac:spMkLst>
            <pc:docMk/>
            <pc:sldMk cId="146227092" sldId="273"/>
            <ac:spMk id="39" creationId="{00000000-0000-0000-0000-000000000000}"/>
          </ac:spMkLst>
        </pc:spChg>
        <pc:grpChg chg="del">
          <ac:chgData name="Abey Thomas" userId="09502d371ac9fb59" providerId="LiveId" clId="{90F27AE9-35DA-4D8E-A807-71291D855316}" dt="2025-11-03T09:49:42.912" v="60" actId="478"/>
          <ac:grpSpMkLst>
            <pc:docMk/>
            <pc:sldMk cId="146227092" sldId="273"/>
            <ac:grpSpMk id="15" creationId="{00000000-0000-0000-0000-000000000000}"/>
          </ac:grpSpMkLst>
        </pc:grpChg>
      </pc:sldChg>
      <pc:sldChg chg="addSp delSp modSp add mod">
        <pc:chgData name="Abey Thomas" userId="09502d371ac9fb59" providerId="LiveId" clId="{90F27AE9-35DA-4D8E-A807-71291D855316}" dt="2025-11-03T10:19:05.820" v="324" actId="113"/>
        <pc:sldMkLst>
          <pc:docMk/>
          <pc:sldMk cId="3843444846" sldId="274"/>
        </pc:sldMkLst>
        <pc:spChg chg="mod">
          <ac:chgData name="Abey Thomas" userId="09502d371ac9fb59" providerId="LiveId" clId="{90F27AE9-35DA-4D8E-A807-71291D855316}" dt="2025-11-03T09:56:27.319" v="185" actId="20577"/>
          <ac:spMkLst>
            <pc:docMk/>
            <pc:sldMk cId="3843444846" sldId="274"/>
            <ac:spMk id="2" creationId="{7F6BC12B-984C-64B7-4179-39B4BF46C6CC}"/>
          </ac:spMkLst>
        </pc:spChg>
        <pc:spChg chg="del mod">
          <ac:chgData name="Abey Thomas" userId="09502d371ac9fb59" providerId="LiveId" clId="{90F27AE9-35DA-4D8E-A807-71291D855316}" dt="2025-11-03T10:02:50.538" v="216" actId="478"/>
          <ac:spMkLst>
            <pc:docMk/>
            <pc:sldMk cId="3843444846" sldId="274"/>
            <ac:spMk id="3" creationId="{7B1F065A-32CF-BE98-5F5C-917E5B19A822}"/>
          </ac:spMkLst>
        </pc:spChg>
        <pc:spChg chg="add mod">
          <ac:chgData name="Abey Thomas" userId="09502d371ac9fb59" providerId="LiveId" clId="{90F27AE9-35DA-4D8E-A807-71291D855316}" dt="2025-11-03T10:19:05.820" v="324" actId="113"/>
          <ac:spMkLst>
            <pc:docMk/>
            <pc:sldMk cId="3843444846" sldId="274"/>
            <ac:spMk id="4" creationId="{E9BDFBD6-2DA0-A318-1B4B-97F411006FA9}"/>
          </ac:spMkLst>
        </pc:spChg>
        <pc:spChg chg="add del mod">
          <ac:chgData name="Abey Thomas" userId="09502d371ac9fb59" providerId="LiveId" clId="{90F27AE9-35DA-4D8E-A807-71291D855316}" dt="2025-11-03T10:02:52.082" v="217" actId="478"/>
          <ac:spMkLst>
            <pc:docMk/>
            <pc:sldMk cId="3843444846" sldId="274"/>
            <ac:spMk id="6" creationId="{CD0570C7-1D63-E178-9992-D0D4EAD4DCAD}"/>
          </ac:spMkLst>
        </pc:spChg>
        <pc:spChg chg="del">
          <ac:chgData name="Abey Thomas" userId="09502d371ac9fb59" providerId="LiveId" clId="{90F27AE9-35DA-4D8E-A807-71291D855316}" dt="2025-11-03T09:53:17.752" v="169" actId="478"/>
          <ac:spMkLst>
            <pc:docMk/>
            <pc:sldMk cId="3843444846" sldId="274"/>
            <ac:spMk id="20" creationId="{1960574C-2564-9C5A-6A65-215291E73320}"/>
          </ac:spMkLst>
        </pc:spChg>
        <pc:spChg chg="del mod">
          <ac:chgData name="Abey Thomas" userId="09502d371ac9fb59" providerId="LiveId" clId="{90F27AE9-35DA-4D8E-A807-71291D855316}" dt="2025-11-03T09:53:21.261" v="172" actId="478"/>
          <ac:spMkLst>
            <pc:docMk/>
            <pc:sldMk cId="3843444846" sldId="274"/>
            <ac:spMk id="30" creationId="{9A0D3E1F-8878-C05D-180C-864E26A98F79}"/>
          </ac:spMkLst>
        </pc:spChg>
        <pc:spChg chg="del mod">
          <ac:chgData name="Abey Thomas" userId="09502d371ac9fb59" providerId="LiveId" clId="{90F27AE9-35DA-4D8E-A807-71291D855316}" dt="2025-11-03T09:53:23.212" v="174" actId="478"/>
          <ac:spMkLst>
            <pc:docMk/>
            <pc:sldMk cId="3843444846" sldId="274"/>
            <ac:spMk id="32" creationId="{775A3651-93D6-0D58-D2F1-68FB99F6D241}"/>
          </ac:spMkLst>
        </pc:spChg>
        <pc:spChg chg="mod">
          <ac:chgData name="Abey Thomas" userId="09502d371ac9fb59" providerId="LiveId" clId="{90F27AE9-35DA-4D8E-A807-71291D855316}" dt="2025-11-03T10:17:42.034" v="292" actId="1076"/>
          <ac:spMkLst>
            <pc:docMk/>
            <pc:sldMk cId="3843444846" sldId="274"/>
            <ac:spMk id="36" creationId="{AD2F0073-4AF1-C984-434D-464E1E0CA35A}"/>
          </ac:spMkLst>
        </pc:spChg>
        <pc:spChg chg="del">
          <ac:chgData name="Abey Thomas" userId="09502d371ac9fb59" providerId="LiveId" clId="{90F27AE9-35DA-4D8E-A807-71291D855316}" dt="2025-11-03T09:53:19.701" v="170" actId="478"/>
          <ac:spMkLst>
            <pc:docMk/>
            <pc:sldMk cId="3843444846" sldId="274"/>
            <ac:spMk id="37" creationId="{1BC7A9BB-924A-4359-BF06-F26F5F836289}"/>
          </ac:spMkLst>
        </pc:spChg>
      </pc:sldChg>
      <pc:sldChg chg="addSp delSp modSp add mod">
        <pc:chgData name="Abey Thomas" userId="09502d371ac9fb59" providerId="LiveId" clId="{90F27AE9-35DA-4D8E-A807-71291D855316}" dt="2025-11-03T12:43:32.427" v="835" actId="20577"/>
        <pc:sldMkLst>
          <pc:docMk/>
          <pc:sldMk cId="3746936828" sldId="275"/>
        </pc:sldMkLst>
        <pc:spChg chg="mod">
          <ac:chgData name="Abey Thomas" userId="09502d371ac9fb59" providerId="LiveId" clId="{90F27AE9-35DA-4D8E-A807-71291D855316}" dt="2025-11-03T10:42:59.825" v="470" actId="108"/>
          <ac:spMkLst>
            <pc:docMk/>
            <pc:sldMk cId="3746936828" sldId="275"/>
            <ac:spMk id="2" creationId="{14BC7FC1-17E9-4E08-5109-BE175F5CFAA6}"/>
          </ac:spMkLst>
        </pc:spChg>
        <pc:spChg chg="del">
          <ac:chgData name="Abey Thomas" userId="09502d371ac9fb59" providerId="LiveId" clId="{90F27AE9-35DA-4D8E-A807-71291D855316}" dt="2025-11-03T10:20:01.879" v="357" actId="478"/>
          <ac:spMkLst>
            <pc:docMk/>
            <pc:sldMk cId="3746936828" sldId="275"/>
            <ac:spMk id="3" creationId="{3500C22C-AC5D-2BE1-4F13-101FC883A07E}"/>
          </ac:spMkLst>
        </pc:spChg>
        <pc:spChg chg="add del mod">
          <ac:chgData name="Abey Thomas" userId="09502d371ac9fb59" providerId="LiveId" clId="{90F27AE9-35DA-4D8E-A807-71291D855316}" dt="2025-11-03T10:20:03.838" v="358" actId="478"/>
          <ac:spMkLst>
            <pc:docMk/>
            <pc:sldMk cId="3746936828" sldId="275"/>
            <ac:spMk id="5" creationId="{29D9EB86-0B19-B16F-9D93-05E0D7088622}"/>
          </ac:spMkLst>
        </pc:spChg>
        <pc:spChg chg="add">
          <ac:chgData name="Abey Thomas" userId="09502d371ac9fb59" providerId="LiveId" clId="{90F27AE9-35DA-4D8E-A807-71291D855316}" dt="2025-11-03T10:32:33.958" v="395"/>
          <ac:spMkLst>
            <pc:docMk/>
            <pc:sldMk cId="3746936828" sldId="275"/>
            <ac:spMk id="6" creationId="{77567034-894C-E460-EF8E-8732F4FDCB20}"/>
          </ac:spMkLst>
        </pc:spChg>
        <pc:spChg chg="add mod">
          <ac:chgData name="Abey Thomas" userId="09502d371ac9fb59" providerId="LiveId" clId="{90F27AE9-35DA-4D8E-A807-71291D855316}" dt="2025-11-03T10:33:31.749" v="409" actId="1076"/>
          <ac:spMkLst>
            <pc:docMk/>
            <pc:sldMk cId="3746936828" sldId="275"/>
            <ac:spMk id="7" creationId="{45993A0E-0C1A-9E73-E265-9FF0E2388BCC}"/>
          </ac:spMkLst>
        </pc:spChg>
        <pc:spChg chg="mod">
          <ac:chgData name="Abey Thomas" userId="09502d371ac9fb59" providerId="LiveId" clId="{90F27AE9-35DA-4D8E-A807-71291D855316}" dt="2025-11-03T12:43:32.427" v="835" actId="20577"/>
          <ac:spMkLst>
            <pc:docMk/>
            <pc:sldMk cId="3746936828" sldId="275"/>
            <ac:spMk id="36" creationId="{7BB1701D-81EC-8F2D-8E12-9DF1B7EED267}"/>
          </ac:spMkLst>
        </pc:spChg>
      </pc:sldChg>
      <pc:sldChg chg="addSp delSp modSp add mod">
        <pc:chgData name="Abey Thomas" userId="09502d371ac9fb59" providerId="LiveId" clId="{90F27AE9-35DA-4D8E-A807-71291D855316}" dt="2025-11-03T10:19:50.747" v="356" actId="20577"/>
        <pc:sldMkLst>
          <pc:docMk/>
          <pc:sldMk cId="1450668242" sldId="276"/>
        </pc:sldMkLst>
        <pc:spChg chg="mod">
          <ac:chgData name="Abey Thomas" userId="09502d371ac9fb59" providerId="LiveId" clId="{90F27AE9-35DA-4D8E-A807-71291D855316}" dt="2025-11-03T10:19:50.747" v="356" actId="20577"/>
          <ac:spMkLst>
            <pc:docMk/>
            <pc:sldMk cId="1450668242" sldId="276"/>
            <ac:spMk id="2" creationId="{7E555479-83DF-82C1-527C-42A7D7356221}"/>
          </ac:spMkLst>
        </pc:spChg>
        <pc:spChg chg="del">
          <ac:chgData name="Abey Thomas" userId="09502d371ac9fb59" providerId="LiveId" clId="{90F27AE9-35DA-4D8E-A807-71291D855316}" dt="2025-11-03T10:13:04.251" v="235" actId="478"/>
          <ac:spMkLst>
            <pc:docMk/>
            <pc:sldMk cId="1450668242" sldId="276"/>
            <ac:spMk id="3" creationId="{C4C36705-738E-C0ED-B49B-740A09E7E002}"/>
          </ac:spMkLst>
        </pc:spChg>
        <pc:spChg chg="add del mod">
          <ac:chgData name="Abey Thomas" userId="09502d371ac9fb59" providerId="LiveId" clId="{90F27AE9-35DA-4D8E-A807-71291D855316}" dt="2025-11-03T10:13:05.685" v="236" actId="478"/>
          <ac:spMkLst>
            <pc:docMk/>
            <pc:sldMk cId="1450668242" sldId="276"/>
            <ac:spMk id="6" creationId="{744DA9BD-E56A-B51D-C9E5-EDCE8CD15FD2}"/>
          </ac:spMkLst>
        </pc:spChg>
        <pc:spChg chg="add del mod">
          <ac:chgData name="Abey Thomas" userId="09502d371ac9fb59" providerId="LiveId" clId="{90F27AE9-35DA-4D8E-A807-71291D855316}" dt="2025-11-03T10:13:30.385" v="241"/>
          <ac:spMkLst>
            <pc:docMk/>
            <pc:sldMk cId="1450668242" sldId="276"/>
            <ac:spMk id="7" creationId="{29FF46F1-ED64-EB87-0B85-6D2897239169}"/>
          </ac:spMkLst>
        </pc:spChg>
        <pc:spChg chg="mod">
          <ac:chgData name="Abey Thomas" userId="09502d371ac9fb59" providerId="LiveId" clId="{90F27AE9-35DA-4D8E-A807-71291D855316}" dt="2025-11-03T10:17:30.408" v="289" actId="20577"/>
          <ac:spMkLst>
            <pc:docMk/>
            <pc:sldMk cId="1450668242" sldId="276"/>
            <ac:spMk id="36" creationId="{377692ED-57C1-F89D-F5E5-EC7C7EA9D8A4}"/>
          </ac:spMkLst>
        </pc:spChg>
        <pc:graphicFrameChg chg="add mod modGraphic">
          <ac:chgData name="Abey Thomas" userId="09502d371ac9fb59" providerId="LiveId" clId="{90F27AE9-35DA-4D8E-A807-71291D855316}" dt="2025-11-03T10:12:58.156" v="232" actId="14734"/>
          <ac:graphicFrameMkLst>
            <pc:docMk/>
            <pc:sldMk cId="1450668242" sldId="276"/>
            <ac:graphicFrameMk id="4" creationId="{E6917674-4662-7348-6F4B-72AA487D5C76}"/>
          </ac:graphicFrameMkLst>
        </pc:graphicFrameChg>
        <pc:graphicFrameChg chg="add mod">
          <ac:chgData name="Abey Thomas" userId="09502d371ac9fb59" providerId="LiveId" clId="{90F27AE9-35DA-4D8E-A807-71291D855316}" dt="2025-11-03T10:13:28.870" v="239"/>
          <ac:graphicFrameMkLst>
            <pc:docMk/>
            <pc:sldMk cId="1450668242" sldId="276"/>
            <ac:graphicFrameMk id="8" creationId="{3417A0FB-FEE8-8E93-8CD1-C0707C8E4AD4}"/>
          </ac:graphicFrameMkLst>
        </pc:graphicFrameChg>
        <pc:picChg chg="add mod">
          <ac:chgData name="Abey Thomas" userId="09502d371ac9fb59" providerId="LiveId" clId="{90F27AE9-35DA-4D8E-A807-71291D855316}" dt="2025-11-03T10:14:14.973" v="254" actId="1076"/>
          <ac:picMkLst>
            <pc:docMk/>
            <pc:sldMk cId="1450668242" sldId="276"/>
            <ac:picMk id="10" creationId="{799F08AD-1468-8D14-C934-FC41E8B40E57}"/>
          </ac:picMkLst>
        </pc:picChg>
      </pc:sldChg>
      <pc:sldChg chg="add del">
        <pc:chgData name="Abey Thomas" userId="09502d371ac9fb59" providerId="LiveId" clId="{90F27AE9-35DA-4D8E-A807-71291D855316}" dt="2025-11-03T10:48:47.896" v="531" actId="47"/>
        <pc:sldMkLst>
          <pc:docMk/>
          <pc:sldMk cId="2479090152" sldId="277"/>
        </pc:sldMkLst>
      </pc:sldChg>
      <pc:sldChg chg="addSp delSp modSp add del mod">
        <pc:chgData name="Abey Thomas" userId="09502d371ac9fb59" providerId="LiveId" clId="{90F27AE9-35DA-4D8E-A807-71291D855316}" dt="2025-11-03T10:19:32.717" v="325" actId="2696"/>
        <pc:sldMkLst>
          <pc:docMk/>
          <pc:sldMk cId="2521180676" sldId="277"/>
        </pc:sldMkLst>
        <pc:spChg chg="mod">
          <ac:chgData name="Abey Thomas" userId="09502d371ac9fb59" providerId="LiveId" clId="{90F27AE9-35DA-4D8E-A807-71291D855316}" dt="2025-11-03T10:17:02.462" v="284"/>
          <ac:spMkLst>
            <pc:docMk/>
            <pc:sldMk cId="2521180676" sldId="277"/>
            <ac:spMk id="2" creationId="{3ECAE5FC-5A69-F6C2-23EE-A700C4588BD0}"/>
          </ac:spMkLst>
        </pc:spChg>
        <pc:spChg chg="del">
          <ac:chgData name="Abey Thomas" userId="09502d371ac9fb59" providerId="LiveId" clId="{90F27AE9-35DA-4D8E-A807-71291D855316}" dt="2025-11-03T10:17:04.998" v="285" actId="478"/>
          <ac:spMkLst>
            <pc:docMk/>
            <pc:sldMk cId="2521180676" sldId="277"/>
            <ac:spMk id="3" creationId="{2AB72C6E-DE0A-A7C2-062B-665028A333E1}"/>
          </ac:spMkLst>
        </pc:spChg>
        <pc:spChg chg="add del mod">
          <ac:chgData name="Abey Thomas" userId="09502d371ac9fb59" providerId="LiveId" clId="{90F27AE9-35DA-4D8E-A807-71291D855316}" dt="2025-11-03T10:17:07.235" v="286" actId="478"/>
          <ac:spMkLst>
            <pc:docMk/>
            <pc:sldMk cId="2521180676" sldId="277"/>
            <ac:spMk id="5" creationId="{8D5880BE-A7EF-B61F-21FD-B927C3FCE1E0}"/>
          </ac:spMkLst>
        </pc:spChg>
        <pc:spChg chg="mod">
          <ac:chgData name="Abey Thomas" userId="09502d371ac9fb59" providerId="LiveId" clId="{90F27AE9-35DA-4D8E-A807-71291D855316}" dt="2025-11-03T10:08:27.588" v="227" actId="14100"/>
          <ac:spMkLst>
            <pc:docMk/>
            <pc:sldMk cId="2521180676" sldId="277"/>
            <ac:spMk id="36" creationId="{BC9C4163-7944-8385-C364-938EEC80A37E}"/>
          </ac:spMkLst>
        </pc:spChg>
      </pc:sldChg>
      <pc:sldChg chg="add del">
        <pc:chgData name="Abey Thomas" userId="09502d371ac9fb59" providerId="LiveId" clId="{90F27AE9-35DA-4D8E-A807-71291D855316}" dt="2025-11-03T10:48:36.350" v="528" actId="47"/>
        <pc:sldMkLst>
          <pc:docMk/>
          <pc:sldMk cId="2609247663" sldId="278"/>
        </pc:sldMkLst>
      </pc:sldChg>
      <pc:sldChg chg="modSp add del mod">
        <pc:chgData name="Abey Thomas" userId="09502d371ac9fb59" providerId="LiveId" clId="{90F27AE9-35DA-4D8E-A807-71291D855316}" dt="2025-11-03T10:40:16.846" v="459" actId="47"/>
        <pc:sldMkLst>
          <pc:docMk/>
          <pc:sldMk cId="3960802882" sldId="279"/>
        </pc:sldMkLst>
        <pc:spChg chg="mod">
          <ac:chgData name="Abey Thomas" userId="09502d371ac9fb59" providerId="LiveId" clId="{90F27AE9-35DA-4D8E-A807-71291D855316}" dt="2025-11-03T10:40:04.880" v="457" actId="20577"/>
          <ac:spMkLst>
            <pc:docMk/>
            <pc:sldMk cId="3960802882" sldId="279"/>
            <ac:spMk id="2" creationId="{F6C5F76B-DDE2-C6B1-0B9E-7222FBA52F7F}"/>
          </ac:spMkLst>
        </pc:spChg>
        <pc:spChg chg="mod">
          <ac:chgData name="Abey Thomas" userId="09502d371ac9fb59" providerId="LiveId" clId="{90F27AE9-35DA-4D8E-A807-71291D855316}" dt="2025-11-03T10:40:08.723" v="458" actId="1076"/>
          <ac:spMkLst>
            <pc:docMk/>
            <pc:sldMk cId="3960802882" sldId="279"/>
            <ac:spMk id="36" creationId="{CFB545E6-9050-A127-A970-936F647BE68D}"/>
          </ac:spMkLst>
        </pc:spChg>
      </pc:sldChg>
      <pc:sldChg chg="addSp delSp modSp add mod">
        <pc:chgData name="Abey Thomas" userId="09502d371ac9fb59" providerId="LiveId" clId="{90F27AE9-35DA-4D8E-A807-71291D855316}" dt="2025-11-03T13:33:25.937" v="926" actId="20577"/>
        <pc:sldMkLst>
          <pc:docMk/>
          <pc:sldMk cId="450983873" sldId="280"/>
        </pc:sldMkLst>
        <pc:spChg chg="mod">
          <ac:chgData name="Abey Thomas" userId="09502d371ac9fb59" providerId="LiveId" clId="{90F27AE9-35DA-4D8E-A807-71291D855316}" dt="2025-11-03T13:33:25.937" v="926" actId="20577"/>
          <ac:spMkLst>
            <pc:docMk/>
            <pc:sldMk cId="450983873" sldId="280"/>
            <ac:spMk id="2" creationId="{A656D5BB-E3F8-5FEF-33D9-55D3E1D7548D}"/>
          </ac:spMkLst>
        </pc:spChg>
        <pc:spChg chg="add">
          <ac:chgData name="Abey Thomas" userId="09502d371ac9fb59" providerId="LiveId" clId="{90F27AE9-35DA-4D8E-A807-71291D855316}" dt="2025-11-03T10:37:37.907" v="434"/>
          <ac:spMkLst>
            <pc:docMk/>
            <pc:sldMk cId="450983873" sldId="280"/>
            <ac:spMk id="3" creationId="{9C542853-477D-79C9-0C96-05834C353580}"/>
          </ac:spMkLst>
        </pc:spChg>
        <pc:spChg chg="del">
          <ac:chgData name="Abey Thomas" userId="09502d371ac9fb59" providerId="LiveId" clId="{90F27AE9-35DA-4D8E-A807-71291D855316}" dt="2025-11-03T10:26:29.436" v="363" actId="478"/>
          <ac:spMkLst>
            <pc:docMk/>
            <pc:sldMk cId="450983873" sldId="280"/>
            <ac:spMk id="31" creationId="{05A56C66-AB8F-418A-6E90-0A0BCA82A92B}"/>
          </ac:spMkLst>
        </pc:spChg>
        <pc:spChg chg="mod">
          <ac:chgData name="Abey Thomas" userId="09502d371ac9fb59" providerId="LiveId" clId="{90F27AE9-35DA-4D8E-A807-71291D855316}" dt="2025-11-03T13:16:12.948" v="918" actId="20577"/>
          <ac:spMkLst>
            <pc:docMk/>
            <pc:sldMk cId="450983873" sldId="280"/>
            <ac:spMk id="36" creationId="{45C0CA44-D62C-9600-E417-894D63295672}"/>
          </ac:spMkLst>
        </pc:spChg>
      </pc:sldChg>
      <pc:sldChg chg="modSp add mod">
        <pc:chgData name="Abey Thomas" userId="09502d371ac9fb59" providerId="LiveId" clId="{90F27AE9-35DA-4D8E-A807-71291D855316}" dt="2025-11-03T13:33:29.617" v="927" actId="20577"/>
        <pc:sldMkLst>
          <pc:docMk/>
          <pc:sldMk cId="2184694019" sldId="281"/>
        </pc:sldMkLst>
        <pc:spChg chg="mod">
          <ac:chgData name="Abey Thomas" userId="09502d371ac9fb59" providerId="LiveId" clId="{90F27AE9-35DA-4D8E-A807-71291D855316}" dt="2025-11-03T13:33:29.617" v="927" actId="20577"/>
          <ac:spMkLst>
            <pc:docMk/>
            <pc:sldMk cId="2184694019" sldId="281"/>
            <ac:spMk id="2" creationId="{B6D42B16-ED6E-EEBE-A316-FA4D47BB5D34}"/>
          </ac:spMkLst>
        </pc:spChg>
        <pc:spChg chg="mod">
          <ac:chgData name="Abey Thomas" userId="09502d371ac9fb59" providerId="LiveId" clId="{90F27AE9-35DA-4D8E-A807-71291D855316}" dt="2025-11-03T13:32:14.268" v="919" actId="20577"/>
          <ac:spMkLst>
            <pc:docMk/>
            <pc:sldMk cId="2184694019" sldId="281"/>
            <ac:spMk id="36" creationId="{A935D1C3-0D04-E99E-C3AB-78C004706E46}"/>
          </ac:spMkLst>
        </pc:spChg>
      </pc:sldChg>
      <pc:sldChg chg="addSp modSp add mod ord">
        <pc:chgData name="Abey Thomas" userId="09502d371ac9fb59" providerId="LiveId" clId="{90F27AE9-35DA-4D8E-A807-71291D855316}" dt="2025-11-03T13:33:22.474" v="925" actId="20577"/>
        <pc:sldMkLst>
          <pc:docMk/>
          <pc:sldMk cId="630466586" sldId="282"/>
        </pc:sldMkLst>
        <pc:spChg chg="mod">
          <ac:chgData name="Abey Thomas" userId="09502d371ac9fb59" providerId="LiveId" clId="{90F27AE9-35DA-4D8E-A807-71291D855316}" dt="2025-11-03T13:33:22.474" v="925" actId="20577"/>
          <ac:spMkLst>
            <pc:docMk/>
            <pc:sldMk cId="630466586" sldId="282"/>
            <ac:spMk id="2" creationId="{9AA649F2-8746-A835-20C0-54BF24A31E37}"/>
          </ac:spMkLst>
        </pc:spChg>
        <pc:spChg chg="add">
          <ac:chgData name="Abey Thomas" userId="09502d371ac9fb59" providerId="LiveId" clId="{90F27AE9-35DA-4D8E-A807-71291D855316}" dt="2025-11-03T10:43:47.593" v="476"/>
          <ac:spMkLst>
            <pc:docMk/>
            <pc:sldMk cId="630466586" sldId="282"/>
            <ac:spMk id="3" creationId="{717F21D3-A31D-33F3-22DD-F1249D1EB88D}"/>
          </ac:spMkLst>
        </pc:spChg>
        <pc:spChg chg="add mod">
          <ac:chgData name="Abey Thomas" userId="09502d371ac9fb59" providerId="LiveId" clId="{90F27AE9-35DA-4D8E-A807-71291D855316}" dt="2025-11-03T10:44:07.411" v="478"/>
          <ac:spMkLst>
            <pc:docMk/>
            <pc:sldMk cId="630466586" sldId="282"/>
            <ac:spMk id="4" creationId="{3C47372B-28AE-79D3-9A40-5F68BE779CD1}"/>
          </ac:spMkLst>
        </pc:spChg>
        <pc:spChg chg="mod">
          <ac:chgData name="Abey Thomas" userId="09502d371ac9fb59" providerId="LiveId" clId="{90F27AE9-35DA-4D8E-A807-71291D855316}" dt="2025-11-03T12:01:24.068" v="787" actId="404"/>
          <ac:spMkLst>
            <pc:docMk/>
            <pc:sldMk cId="630466586" sldId="282"/>
            <ac:spMk id="36" creationId="{E3199D82-B1B6-9D69-894B-E20E3F0245AD}"/>
          </ac:spMkLst>
        </pc:spChg>
      </pc:sldChg>
      <pc:sldChg chg="addSp modSp add del mod ord">
        <pc:chgData name="Abey Thomas" userId="09502d371ac9fb59" providerId="LiveId" clId="{90F27AE9-35DA-4D8E-A807-71291D855316}" dt="2025-11-03T11:15:10.512" v="717" actId="2696"/>
        <pc:sldMkLst>
          <pc:docMk/>
          <pc:sldMk cId="3705481890" sldId="283"/>
        </pc:sldMkLst>
        <pc:spChg chg="mod">
          <ac:chgData name="Abey Thomas" userId="09502d371ac9fb59" providerId="LiveId" clId="{90F27AE9-35DA-4D8E-A807-71291D855316}" dt="2025-11-03T11:00:30.548" v="574" actId="20577"/>
          <ac:spMkLst>
            <pc:docMk/>
            <pc:sldMk cId="3705481890" sldId="283"/>
            <ac:spMk id="2" creationId="{E78FCE4C-AC2E-2F13-C782-914BA2B0E069}"/>
          </ac:spMkLst>
        </pc:spChg>
        <pc:spChg chg="mod">
          <ac:chgData name="Abey Thomas" userId="09502d371ac9fb59" providerId="LiveId" clId="{90F27AE9-35DA-4D8E-A807-71291D855316}" dt="2025-11-03T11:00:02.185" v="555" actId="20577"/>
          <ac:spMkLst>
            <pc:docMk/>
            <pc:sldMk cId="3705481890" sldId="283"/>
            <ac:spMk id="36" creationId="{F105C5F5-18D1-4188-1257-17CC76BE2C03}"/>
          </ac:spMkLst>
        </pc:spChg>
        <pc:picChg chg="add mod">
          <ac:chgData name="Abey Thomas" userId="09502d371ac9fb59" providerId="LiveId" clId="{90F27AE9-35DA-4D8E-A807-71291D855316}" dt="2025-11-03T11:00:20.121" v="560" actId="1076"/>
          <ac:picMkLst>
            <pc:docMk/>
            <pc:sldMk cId="3705481890" sldId="283"/>
            <ac:picMk id="4" creationId="{4EBBF2E6-C06E-1B54-483A-382BA9EBC597}"/>
          </ac:picMkLst>
        </pc:picChg>
      </pc:sldChg>
      <pc:sldChg chg="add del">
        <pc:chgData name="Abey Thomas" userId="09502d371ac9fb59" providerId="LiveId" clId="{90F27AE9-35DA-4D8E-A807-71291D855316}" dt="2025-11-03T10:48:46.990" v="530" actId="47"/>
        <pc:sldMkLst>
          <pc:docMk/>
          <pc:sldMk cId="3155910668" sldId="284"/>
        </pc:sldMkLst>
      </pc:sldChg>
      <pc:sldChg chg="modSp add mod">
        <pc:chgData name="Abey Thomas" userId="09502d371ac9fb59" providerId="LiveId" clId="{90F27AE9-35DA-4D8E-A807-71291D855316}" dt="2025-11-03T12:02:19.067" v="803" actId="20577"/>
        <pc:sldMkLst>
          <pc:docMk/>
          <pc:sldMk cId="3646231714" sldId="284"/>
        </pc:sldMkLst>
        <pc:spChg chg="mod">
          <ac:chgData name="Abey Thomas" userId="09502d371ac9fb59" providerId="LiveId" clId="{90F27AE9-35DA-4D8E-A807-71291D855316}" dt="2025-11-03T10:49:14.327" v="535"/>
          <ac:spMkLst>
            <pc:docMk/>
            <pc:sldMk cId="3646231714" sldId="284"/>
            <ac:spMk id="2" creationId="{037C910A-6CAA-B46D-A241-CF67A415EB95}"/>
          </ac:spMkLst>
        </pc:spChg>
        <pc:spChg chg="mod">
          <ac:chgData name="Abey Thomas" userId="09502d371ac9fb59" providerId="LiveId" clId="{90F27AE9-35DA-4D8E-A807-71291D855316}" dt="2025-11-03T12:02:19.067" v="803" actId="20577"/>
          <ac:spMkLst>
            <pc:docMk/>
            <pc:sldMk cId="3646231714" sldId="284"/>
            <ac:spMk id="36" creationId="{46E873C1-235F-E575-8987-A796C66943CF}"/>
          </ac:spMkLst>
        </pc:spChg>
      </pc:sldChg>
      <pc:sldChg chg="addSp delSp modSp add del mod">
        <pc:chgData name="Abey Thomas" userId="09502d371ac9fb59" providerId="LiveId" clId="{90F27AE9-35DA-4D8E-A807-71291D855316}" dt="2025-11-03T11:11:06.334" v="638" actId="2696"/>
        <pc:sldMkLst>
          <pc:docMk/>
          <pc:sldMk cId="286318034" sldId="285"/>
        </pc:sldMkLst>
        <pc:spChg chg="mod">
          <ac:chgData name="Abey Thomas" userId="09502d371ac9fb59" providerId="LiveId" clId="{90F27AE9-35DA-4D8E-A807-71291D855316}" dt="2025-11-03T11:05:14.791" v="616"/>
          <ac:spMkLst>
            <pc:docMk/>
            <pc:sldMk cId="286318034" sldId="285"/>
            <ac:spMk id="2" creationId="{0D34F98E-CE18-3B86-7050-6CC6A67FFE20}"/>
          </ac:spMkLst>
        </pc:spChg>
        <pc:spChg chg="mod">
          <ac:chgData name="Abey Thomas" userId="09502d371ac9fb59" providerId="LiveId" clId="{90F27AE9-35DA-4D8E-A807-71291D855316}" dt="2025-11-03T11:06:53.192" v="622"/>
          <ac:spMkLst>
            <pc:docMk/>
            <pc:sldMk cId="286318034" sldId="285"/>
            <ac:spMk id="36" creationId="{4F013C88-3522-B57F-7F51-4A542C3D6D17}"/>
          </ac:spMkLst>
        </pc:spChg>
        <pc:picChg chg="add del mod">
          <ac:chgData name="Abey Thomas" userId="09502d371ac9fb59" providerId="LiveId" clId="{90F27AE9-35DA-4D8E-A807-71291D855316}" dt="2025-11-03T10:59:51.542" v="552" actId="21"/>
          <ac:picMkLst>
            <pc:docMk/>
            <pc:sldMk cId="286318034" sldId="285"/>
            <ac:picMk id="4" creationId="{4EBBF2E6-C06E-1B54-483A-382BA9EBC597}"/>
          </ac:picMkLst>
        </pc:picChg>
      </pc:sldChg>
      <pc:sldChg chg="modSp add mod">
        <pc:chgData name="Abey Thomas" userId="09502d371ac9fb59" providerId="LiveId" clId="{90F27AE9-35DA-4D8E-A807-71291D855316}" dt="2025-11-03T13:13:06.795" v="917" actId="20577"/>
        <pc:sldMkLst>
          <pc:docMk/>
          <pc:sldMk cId="1370918228" sldId="286"/>
        </pc:sldMkLst>
        <pc:spChg chg="mod">
          <ac:chgData name="Abey Thomas" userId="09502d371ac9fb59" providerId="LiveId" clId="{90F27AE9-35DA-4D8E-A807-71291D855316}" dt="2025-11-03T11:02:19.652" v="606"/>
          <ac:spMkLst>
            <pc:docMk/>
            <pc:sldMk cId="1370918228" sldId="286"/>
            <ac:spMk id="2" creationId="{D6EE9C04-5D96-744B-B848-634FC40F2382}"/>
          </ac:spMkLst>
        </pc:spChg>
        <pc:spChg chg="mod">
          <ac:chgData name="Abey Thomas" userId="09502d371ac9fb59" providerId="LiveId" clId="{90F27AE9-35DA-4D8E-A807-71291D855316}" dt="2025-11-03T13:13:06.795" v="917" actId="20577"/>
          <ac:spMkLst>
            <pc:docMk/>
            <pc:sldMk cId="1370918228" sldId="286"/>
            <ac:spMk id="36" creationId="{BD238F5B-9F4F-9B4A-D386-E19E4DA0F6C2}"/>
          </ac:spMkLst>
        </pc:spChg>
      </pc:sldChg>
      <pc:sldChg chg="modSp add mod">
        <pc:chgData name="Abey Thomas" userId="09502d371ac9fb59" providerId="LiveId" clId="{90F27AE9-35DA-4D8E-A807-71291D855316}" dt="2025-11-03T12:25:31.759" v="831" actId="5793"/>
        <pc:sldMkLst>
          <pc:docMk/>
          <pc:sldMk cId="2179697838" sldId="287"/>
        </pc:sldMkLst>
        <pc:spChg chg="mod">
          <ac:chgData name="Abey Thomas" userId="09502d371ac9fb59" providerId="LiveId" clId="{90F27AE9-35DA-4D8E-A807-71291D855316}" dt="2025-11-03T12:25:31.759" v="831" actId="5793"/>
          <ac:spMkLst>
            <pc:docMk/>
            <pc:sldMk cId="2179697838" sldId="287"/>
            <ac:spMk id="36" creationId="{E4D9C992-18E5-EB8E-860C-38BB18648684}"/>
          </ac:spMkLst>
        </pc:spChg>
      </pc:sldChg>
      <pc:sldChg chg="modSp add mod">
        <pc:chgData name="Abey Thomas" userId="09502d371ac9fb59" providerId="LiveId" clId="{90F27AE9-35DA-4D8E-A807-71291D855316}" dt="2025-11-03T11:16:43.997" v="725" actId="12"/>
        <pc:sldMkLst>
          <pc:docMk/>
          <pc:sldMk cId="320324389" sldId="288"/>
        </pc:sldMkLst>
        <pc:spChg chg="mod">
          <ac:chgData name="Abey Thomas" userId="09502d371ac9fb59" providerId="LiveId" clId="{90F27AE9-35DA-4D8E-A807-71291D855316}" dt="2025-11-03T11:14:29.291" v="716" actId="20577"/>
          <ac:spMkLst>
            <pc:docMk/>
            <pc:sldMk cId="320324389" sldId="288"/>
            <ac:spMk id="2" creationId="{BA0F8404-6E43-04B9-3841-D7D0ADD32223}"/>
          </ac:spMkLst>
        </pc:spChg>
        <pc:spChg chg="mod">
          <ac:chgData name="Abey Thomas" userId="09502d371ac9fb59" providerId="LiveId" clId="{90F27AE9-35DA-4D8E-A807-71291D855316}" dt="2025-11-03T11:16:43.997" v="725" actId="12"/>
          <ac:spMkLst>
            <pc:docMk/>
            <pc:sldMk cId="320324389" sldId="288"/>
            <ac:spMk id="36" creationId="{CBAC1100-09E5-7447-E44C-166A142C0CF6}"/>
          </ac:spMkLst>
        </pc:spChg>
      </pc:sldChg>
      <pc:sldChg chg="modSp add del mod">
        <pc:chgData name="Abey Thomas" userId="09502d371ac9fb59" providerId="LiveId" clId="{90F27AE9-35DA-4D8E-A807-71291D855316}" dt="2025-11-03T11:11:10.381" v="639" actId="2696"/>
        <pc:sldMkLst>
          <pc:docMk/>
          <pc:sldMk cId="3103168995" sldId="288"/>
        </pc:sldMkLst>
        <pc:spChg chg="mod">
          <ac:chgData name="Abey Thomas" userId="09502d371ac9fb59" providerId="LiveId" clId="{90F27AE9-35DA-4D8E-A807-71291D855316}" dt="2025-11-03T11:07:22.101" v="625" actId="20577"/>
          <ac:spMkLst>
            <pc:docMk/>
            <pc:sldMk cId="3103168995" sldId="288"/>
            <ac:spMk id="2" creationId="{0A555C1B-5762-47B0-40D8-FBB6D3684977}"/>
          </ac:spMkLst>
        </pc:spChg>
        <pc:spChg chg="mod">
          <ac:chgData name="Abey Thomas" userId="09502d371ac9fb59" providerId="LiveId" clId="{90F27AE9-35DA-4D8E-A807-71291D855316}" dt="2025-11-03T11:09:09.201" v="637"/>
          <ac:spMkLst>
            <pc:docMk/>
            <pc:sldMk cId="3103168995" sldId="288"/>
            <ac:spMk id="36" creationId="{3530C441-F058-74D1-483C-446BD53F12C1}"/>
          </ac:spMkLst>
        </pc:spChg>
      </pc:sldChg>
      <pc:sldChg chg="modSp add mod">
        <pc:chgData name="Abey Thomas" userId="09502d371ac9fb59" providerId="LiveId" clId="{90F27AE9-35DA-4D8E-A807-71291D855316}" dt="2025-11-03T13:33:51.236" v="934" actId="20577"/>
        <pc:sldMkLst>
          <pc:docMk/>
          <pc:sldMk cId="610840486" sldId="289"/>
        </pc:sldMkLst>
        <pc:spChg chg="mod">
          <ac:chgData name="Abey Thomas" userId="09502d371ac9fb59" providerId="LiveId" clId="{90F27AE9-35DA-4D8E-A807-71291D855316}" dt="2025-11-03T11:18:54.154" v="746" actId="20577"/>
          <ac:spMkLst>
            <pc:docMk/>
            <pc:sldMk cId="610840486" sldId="289"/>
            <ac:spMk id="2" creationId="{0B8143C1-011A-3232-1CE5-297BAEAED995}"/>
          </ac:spMkLst>
        </pc:spChg>
        <pc:spChg chg="mod">
          <ac:chgData name="Abey Thomas" userId="09502d371ac9fb59" providerId="LiveId" clId="{90F27AE9-35DA-4D8E-A807-71291D855316}" dt="2025-11-03T13:33:51.236" v="934" actId="20577"/>
          <ac:spMkLst>
            <pc:docMk/>
            <pc:sldMk cId="610840486" sldId="289"/>
            <ac:spMk id="36" creationId="{FED0CBB9-3340-CEE3-A04B-D970CB1E43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1E91-E30B-1F94-7704-F5E7B46DD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14563-3F3B-9CE4-60AC-C198B649C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78794-D67D-26F7-EC17-4EFCE668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31120-1BBB-EED8-96E5-F419F98E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4851F-ECF7-573E-D7ED-E4A2140F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3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F315-E081-A958-9664-31C20828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7979A-8F29-2ABE-5DE5-1B173B307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E36F-EBC9-FB94-5390-4B21AA35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98DFD-F50F-9AF1-3899-4AE6F8B1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26BB-DC5B-0A03-CDB6-B3AB32F2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8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A039-F8A4-B3FF-4042-E297A646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575C-A082-B8C1-9DE8-FF66B0FDF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9DA5F-6C71-2313-6C9B-096C0F04C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E00C5-4A3B-1531-8BA8-01891CE2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1F76-999F-08C6-D9CC-B671C11E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E700-190B-D148-027F-3A6083FF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95EF9-67F7-CC1F-AFEA-05AC92018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6C19B-388D-A619-1DFE-7E6D35627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70CFD-0225-C492-D52D-6748931D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90445-DA1C-05CF-8B5E-2B5A167D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729A5-C138-11CA-8FE3-6B3E6EA9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3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BFAA-5A14-8C95-87F1-394E2FAD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A1D04-8F9D-4A78-E4A5-AC7EB96D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F86B2-325D-37CB-5B2F-6AB9968B1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2FFDC-3CDA-038F-EDD1-0820825EE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405F6-AFFC-D137-4147-373706890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33D0E-E100-3628-A2F1-9762DC1F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125A0-589E-FB8E-EF03-92EC57D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D7352-F4CB-D27A-0B49-5066E167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5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6639-555F-83CB-9CA1-6F48C99E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ED0BE-D450-64C1-E758-F92BA8F3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08345-6346-8879-0935-4ADFB477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5F4AE-8795-47B8-2B9A-EB1285C5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18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C1A60-319D-7EC1-0534-FFECD4B5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82C04-BC98-313B-A246-4F65BE18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286AC-CBC7-9CCA-44FF-989EE797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96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ECF0-9E8D-D885-62C3-2DA9E814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252E-2E74-DDED-2165-7CFD0AF1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6832C-4524-CCC1-19D3-AF414AACB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76FAA-F61E-A023-AEDA-74F75A4C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F86E5-C5AB-CAA3-F093-DC810628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B3ED9-6F1F-8AF7-0ED0-72B5183C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5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D80AB-0C47-9D6F-B231-69035D0F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FEB930-5AA4-F19E-9774-E24DEE52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418CF-BD8A-D26B-C6BC-DF72C18DF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FB758-A7B4-BCE7-25EC-91141C88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09008-89F4-5F74-3906-15A39F3C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1EB6E-AC62-A80B-6356-8A402085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83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0133-946E-1EFA-96F3-FDC8A73C9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3E231-7CD2-05E8-C5D6-E2AF988A7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2AAAC-54AD-B20A-EA9D-19362761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863DD-3FD9-E04C-803A-03E21867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2B1B-4A05-87C8-D9CA-0FCA3641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54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5CF06-30C3-F2F2-E9F8-FCCAA57AB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C020C-88C4-D279-E983-ACE439EE7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97D92-0CD2-DDEE-28AE-9F8175B7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8F430-0190-9F7D-3650-BF769F15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C2ABC-9847-E3F0-2776-3BA80EB5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03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7067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CC02F-1346-4CB1-D522-38E5C3FC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6F8CC-BE32-AED6-5E16-B536286E8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D4B0-427C-5AE9-33AB-51639B677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DEDA3-77B6-4D45-91D0-2DB351C3A7A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520AE-7547-CACA-0BFE-36E6C420C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869E3-C383-4BA1-B4DF-FBF7F8CE4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7BCD2-8619-4A95-BEC9-BECAAF58F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23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2112643" y="1642372"/>
            <a:ext cx="7966714" cy="26528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32" name="TextBox 31"/>
          <p:cNvSpPr txBox="1"/>
          <p:nvPr/>
        </p:nvSpPr>
        <p:spPr>
          <a:xfrm>
            <a:off x="2255573" y="4723797"/>
            <a:ext cx="316239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867" b="1" dirty="0">
                <a:solidFill>
                  <a:schemeClr val="bg1"/>
                </a:solidFill>
                <a:cs typeface="Arial" pitchFamily="34" charset="0"/>
              </a:rPr>
              <a:t>Add Cons Title</a:t>
            </a:r>
            <a:endParaRPr lang="ko-KR" altLang="en-US" sz="1867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07372" y="5271593"/>
            <a:ext cx="4369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Deep Learning Assignment-3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Abey Thomas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s4059720.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55573" y="2102019"/>
            <a:ext cx="7619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2"/>
                </a:solidFill>
                <a:latin typeface="Arial Narrow" panose="020B0606020202030204" pitchFamily="34" charset="0"/>
              </a:rPr>
              <a:t>Enhancing Vision–Language Reasoning in ALBEF Using Semantic Augmentation, Counting Awareness, and Efficient Adaptation</a:t>
            </a:r>
            <a:endParaRPr lang="ko-KR" altLang="en-US" sz="3200" b="1" dirty="0">
              <a:solidFill>
                <a:schemeClr val="bg2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2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C8D2-36F2-E844-56FF-38882414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6BC12B-984C-64B7-4179-39B4BF46C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My Visual Entailment Solution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C53B65-F2D7-57F3-86ED-711DB2F9FD04}"/>
              </a:ext>
            </a:extLst>
          </p:cNvPr>
          <p:cNvSpPr txBox="1"/>
          <p:nvPr/>
        </p:nvSpPr>
        <p:spPr>
          <a:xfrm>
            <a:off x="2255573" y="3683103"/>
            <a:ext cx="316239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867" b="1" dirty="0">
                <a:solidFill>
                  <a:schemeClr val="bg1"/>
                </a:solidFill>
                <a:cs typeface="Arial" pitchFamily="34" charset="0"/>
              </a:rPr>
              <a:t>Add Contents Title</a:t>
            </a:r>
            <a:endParaRPr lang="ko-KR" altLang="en-US" sz="1867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2F0073-4AF1-C984-434D-464E1E0CA35A}"/>
              </a:ext>
            </a:extLst>
          </p:cNvPr>
          <p:cNvSpPr txBox="1"/>
          <p:nvPr/>
        </p:nvSpPr>
        <p:spPr>
          <a:xfrm>
            <a:off x="1233219" y="1232804"/>
            <a:ext cx="4369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Task: Visual Entailment</a:t>
            </a:r>
          </a:p>
          <a:p>
            <a:r>
              <a:rPr lang="en-US" sz="1600" b="1" dirty="0"/>
              <a:t>Given:</a:t>
            </a:r>
            <a:r>
              <a:rPr lang="en-US" sz="1600" dirty="0"/>
              <a:t> Image + Text hypothesis</a:t>
            </a:r>
            <a:br>
              <a:rPr lang="en-US" sz="1600" dirty="0"/>
            </a:br>
            <a:r>
              <a:rPr lang="en-US" sz="1600" b="1" dirty="0"/>
              <a:t>Predict:</a:t>
            </a:r>
            <a:r>
              <a:rPr lang="en-US" sz="1600" dirty="0"/>
              <a:t> Entailment or Contradiction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DFBD6-2DA0-A318-1B4B-97F411006FA9}"/>
              </a:ext>
            </a:extLst>
          </p:cNvPr>
          <p:cNvSpPr txBox="1"/>
          <p:nvPr/>
        </p:nvSpPr>
        <p:spPr>
          <a:xfrm>
            <a:off x="1233219" y="2063801"/>
            <a:ext cx="99681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600" dirty="0"/>
            </a:br>
            <a:r>
              <a:rPr lang="en-IN" sz="1600" b="1" dirty="0"/>
              <a:t>Architecture :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Image encoder:</a:t>
            </a:r>
            <a:r>
              <a:rPr lang="en-IN" sz="1600" dirty="0"/>
              <a:t> </a:t>
            </a:r>
            <a:r>
              <a:rPr lang="en-IN" sz="1600" dirty="0" err="1"/>
              <a:t>ViT</a:t>
            </a:r>
            <a:r>
              <a:rPr lang="en-IN" sz="1600" dirty="0"/>
              <a:t>-B/16 pretrained on ImageNet-21K → outputs 196 × 768 patch tokens.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Text encoder:</a:t>
            </a:r>
            <a:r>
              <a:rPr lang="en-IN" sz="1600" dirty="0"/>
              <a:t> DistilBERT (Base uncased) → outputs 24 × 768 token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Fusion:</a:t>
            </a:r>
            <a:r>
              <a:rPr lang="en-IN" sz="1600" dirty="0"/>
              <a:t> Text [CLS] → Cross-Attention (12 heads, </a:t>
            </a:r>
            <a:r>
              <a:rPr lang="en-IN" sz="1600" dirty="0" err="1"/>
              <a:t>key_dim</a:t>
            </a:r>
            <a:r>
              <a:rPr lang="en-IN" sz="1600" dirty="0"/>
              <a:t> 64) over ViT tokens + LayerNorm + Residual.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Head:</a:t>
            </a:r>
            <a:r>
              <a:rPr lang="en-IN" sz="1600" dirty="0"/>
              <a:t> Flatten → Dense(512 GELU) → Dropout 0.1 → Dense(1) logit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Trainables:</a:t>
            </a:r>
            <a:r>
              <a:rPr lang="en-IN" sz="1600" dirty="0"/>
              <a:t> ≈ 2.8 M (trainable head + fusion), 152 M frozen.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Dataset flow:</a:t>
            </a:r>
            <a:r>
              <a:rPr lang="en-IN" sz="1600" dirty="0"/>
              <a:t> SNLI-VE → A2 dataset (transfer).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Metrics:</a:t>
            </a:r>
            <a:r>
              <a:rPr lang="en-IN" sz="1600" dirty="0"/>
              <a:t> Accuracy, Macro-F1 (target &gt;=80).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4344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EEE7-F4CD-7A8D-3A68-C001C9E4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555479-83DF-82C1-527C-42A7D7356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Modelling and Results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2125D-1452-6224-BD90-58623CB479CE}"/>
              </a:ext>
            </a:extLst>
          </p:cNvPr>
          <p:cNvSpPr txBox="1"/>
          <p:nvPr/>
        </p:nvSpPr>
        <p:spPr>
          <a:xfrm>
            <a:off x="2255573" y="3683103"/>
            <a:ext cx="316239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867" b="1" dirty="0">
                <a:solidFill>
                  <a:schemeClr val="bg1"/>
                </a:solidFill>
                <a:cs typeface="Arial" pitchFamily="34" charset="0"/>
              </a:rPr>
              <a:t>Add Contents Title</a:t>
            </a:r>
            <a:endParaRPr lang="ko-KR" altLang="en-US" sz="1867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692ED-57C1-F89D-F5E5-EC7C7EA9D8A4}"/>
              </a:ext>
            </a:extLst>
          </p:cNvPr>
          <p:cNvSpPr txBox="1"/>
          <p:nvPr/>
        </p:nvSpPr>
        <p:spPr>
          <a:xfrm>
            <a:off x="7522517" y="1051613"/>
            <a:ext cx="43695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Final Model</a:t>
            </a: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Model: Phase 3A (Text-Only Fine-Tuning)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 Vision: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ViT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-Base (frozen)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Text: DistilBERT (3 layers unfrozen)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Fusion: Cross-attention mechanism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Performance: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Validation F1: 80.01%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Test F1: 81.52%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Test Accuracy: 81.59%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</a:t>
            </a:r>
          </a:p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Key Findings: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Text encoder is primary bottleneck for visual entailment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Frozen ImageNet visual features sufficient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ViT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fine-tuning adds no benefit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- Data augmentation harmful (causes overfitting).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9F08AD-1468-8D14-C934-FC41E8B4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92" y="1303742"/>
            <a:ext cx="5800864" cy="32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6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8ECA-3FF3-DD95-8D19-EA4FE667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BC7FC1-17E9-4E08-5109-BE175F5CFA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Review Paper 1 - ALBEF: Self-Supervised Vision-Language Learning</a:t>
            </a:r>
            <a:endParaRPr lang="ko-KR" alt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44EEE-45C0-7E14-564A-EDA69FE0D86A}"/>
              </a:ext>
            </a:extLst>
          </p:cNvPr>
          <p:cNvSpPr txBox="1"/>
          <p:nvPr/>
        </p:nvSpPr>
        <p:spPr>
          <a:xfrm>
            <a:off x="2255573" y="3683103"/>
            <a:ext cx="316239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867" b="1" dirty="0">
                <a:solidFill>
                  <a:schemeClr val="bg1"/>
                </a:solidFill>
                <a:cs typeface="Arial" pitchFamily="34" charset="0"/>
              </a:rPr>
              <a:t>Add Contents Title</a:t>
            </a:r>
            <a:endParaRPr lang="ko-KR" altLang="en-US" sz="1867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B1701D-81EC-8F2D-8E12-9DF1B7EED267}"/>
              </a:ext>
            </a:extLst>
          </p:cNvPr>
          <p:cNvSpPr txBox="1"/>
          <p:nvPr/>
        </p:nvSpPr>
        <p:spPr>
          <a:xfrm>
            <a:off x="986331" y="1293936"/>
            <a:ext cx="984016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 et al., "Align before Fuse: Vision and Language Representation Learning with Momentum Distillation" (</a:t>
            </a:r>
            <a:r>
              <a:rPr lang="en-US" sz="1600" dirty="0" err="1"/>
              <a:t>NeurIPS</a:t>
            </a:r>
            <a:r>
              <a:rPr lang="en-US" sz="1600" dirty="0"/>
              <a:t> 2021)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600" dirty="0"/>
              <a:t>To overcome limited cross-modal alignment ,</a:t>
            </a:r>
          </a:p>
          <a:p>
            <a:r>
              <a:rPr lang="en-IN" sz="1600" dirty="0"/>
              <a:t>Proposed a momentum-distilled vision–language model that first aligns image and text representations before fusion, greatly improving multimodal understanding but still weak in logical reasoning and compositionality.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Concept:</a:t>
            </a:r>
            <a:r>
              <a:rPr lang="en-US" sz="1600" dirty="0"/>
              <a:t> </a:t>
            </a:r>
            <a:r>
              <a:rPr lang="en-US" sz="1600" i="1" dirty="0"/>
              <a:t>Align Before Fuse</a:t>
            </a:r>
            <a:r>
              <a:rPr lang="en-US" sz="1600" dirty="0"/>
              <a:t> → joint ITC + ITM + MLM pretraining.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Strengths:</a:t>
            </a:r>
            <a:r>
              <a:rPr lang="en-US" sz="1600" dirty="0"/>
              <a:t> Strong global alignment without detector; efficient 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Limitations:</a:t>
            </a:r>
            <a:r>
              <a:rPr lang="en-US" sz="1600" dirty="0"/>
              <a:t> Lacks compositional/logic training; fails on negation and counting.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93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2468-DF41-D5AB-69EC-D88F9F85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A649F2-8746-A835-20C0-54BF24A31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Paper 2 - Diffusion- Based Semantic Augmentation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199D82-B1B6-9D69-894B-E20E3F0245AD}"/>
              </a:ext>
            </a:extLst>
          </p:cNvPr>
          <p:cNvSpPr txBox="1"/>
          <p:nvPr/>
        </p:nvSpPr>
        <p:spPr>
          <a:xfrm>
            <a:off x="1278939" y="1467672"/>
            <a:ext cx="930981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Trabucco</a:t>
            </a:r>
            <a:r>
              <a:rPr lang="fr-FR" sz="1600" dirty="0"/>
              <a:t> et al., "Effective Data Augmentation with Diffusion </a:t>
            </a:r>
            <a:r>
              <a:rPr lang="fr-FR" sz="1600" dirty="0" err="1"/>
              <a:t>Models</a:t>
            </a:r>
            <a:r>
              <a:rPr lang="fr-FR" sz="1600" dirty="0"/>
              <a:t>" (ICML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r>
              <a:rPr lang="en-IN" sz="1600" dirty="0"/>
              <a:t>Introduced text-guided diffusion edits to generate semantically varied image–caption pairs, enhancing generalisation to negation and spatial relations.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Idea:</a:t>
            </a:r>
            <a:r>
              <a:rPr lang="en-US" sz="1600" dirty="0"/>
              <a:t> Text-guided diffusion edits add/remove/swap objects for negation &amp; spatial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Use:</a:t>
            </a:r>
            <a:r>
              <a:rPr lang="en-US" sz="1600" dirty="0"/>
              <a:t> Generate hard negatives for ITM/ITC training → model learns presence/absence and layout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Outcome:</a:t>
            </a:r>
            <a:r>
              <a:rPr lang="en-US" sz="1600" dirty="0"/>
              <a:t> ↑ Negation &amp; Spatial Macro-F1 (≈ +10 pp).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6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74FE-5068-B09E-A9CD-0AAC8708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56D5BB-E3F8-5FEF-33D9-55D3E1D75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Paper 3: Winoground - Exposing the Problem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C0CA44-D62C-9600-E417-894D63295672}"/>
              </a:ext>
            </a:extLst>
          </p:cNvPr>
          <p:cNvSpPr txBox="1"/>
          <p:nvPr/>
        </p:nvSpPr>
        <p:spPr>
          <a:xfrm>
            <a:off x="1278939" y="1467672"/>
            <a:ext cx="828568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Thrush et al., "Winoground: Probing Vision and Language Models for Visio-Linguistic Compositionality" (CVPR 2022)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just"/>
            <a:r>
              <a:rPr lang="en-IN" sz="1600" dirty="0"/>
              <a:t>Revealed that state-of-the-art V-L models like CLIP and ALBEF perform near-random on relational caption swaps, exposing a critical gap in vision-linguistic compositional reasoning.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Test:</a:t>
            </a:r>
            <a:r>
              <a:rPr lang="en-US" sz="1600" dirty="0"/>
              <a:t> two captions share identical words but different relations (“mug in grass” vs “grass in mug”).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Finding:</a:t>
            </a:r>
            <a:r>
              <a:rPr lang="en-US" sz="1600" dirty="0"/>
              <a:t> models (CLIP, ALBEF etc.) ≈ random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Their 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1. Counting module: Explicit object counter using attention pooling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2. Relation-aware attention: Separate attention heads for spatial 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98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4F7C-30D3-8B9D-E3ED-6C4803F1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D42B16-ED6E-EEBE-A316-FA4D47BB5D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Paper 4: Teaching CLIP to Count - The Solution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35D1C3-0D04-E99E-C3AB-78C004706E46}"/>
              </a:ext>
            </a:extLst>
          </p:cNvPr>
          <p:cNvSpPr txBox="1"/>
          <p:nvPr/>
        </p:nvSpPr>
        <p:spPr>
          <a:xfrm>
            <a:off x="1278939" y="1467672"/>
            <a:ext cx="82856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Paiss</a:t>
            </a:r>
            <a:r>
              <a:rPr lang="en-US" sz="1600" dirty="0"/>
              <a:t> et al., "Teaching CLIP to Count to Ten" (ICCV 2023)</a:t>
            </a:r>
          </a:p>
          <a:p>
            <a:endParaRPr lang="en-US" sz="1600" dirty="0"/>
          </a:p>
          <a:p>
            <a:r>
              <a:rPr lang="en-IN" sz="1600" dirty="0"/>
              <a:t>Addressed numerosity blindness in V-L models by adding a counting-aware contrastive loss using counterfactual captions, leading to large gains in quantitative reasoning.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Problem:</a:t>
            </a:r>
            <a:r>
              <a:rPr lang="en-US" sz="1600" dirty="0"/>
              <a:t> Embeddings ignore object quantities.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Solution:</a:t>
            </a:r>
            <a:r>
              <a:rPr lang="en-US" sz="1600" dirty="0"/>
              <a:t> Introduce counting-aware contrastive loss with counterfactual captions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Integration with ALBEF:</a:t>
            </a:r>
            <a:r>
              <a:rPr lang="en-US" sz="1600" dirty="0"/>
              <a:t> Aux counting head + contrastive term during fine-tuning.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Effect:</a:t>
            </a:r>
            <a:r>
              <a:rPr lang="en-US" sz="1600" dirty="0"/>
              <a:t> ↑ Counting F1 (+15 %) without hurting alignment.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69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DF46-3288-9470-FDEA-1B1152BE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7C910A-6CAA-B46D-A241-CF67A415E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Paper 5: </a:t>
            </a:r>
            <a:r>
              <a:rPr lang="en-US" sz="3200" dirty="0" err="1"/>
              <a:t>LoRA</a:t>
            </a:r>
            <a:r>
              <a:rPr lang="en-US" sz="3200" dirty="0"/>
              <a:t>: Efficient Adaptation Without Overfitting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E873C1-235F-E575-8987-A796C66943CF}"/>
              </a:ext>
            </a:extLst>
          </p:cNvPr>
          <p:cNvSpPr txBox="1"/>
          <p:nvPr/>
        </p:nvSpPr>
        <p:spPr>
          <a:xfrm>
            <a:off x="1278939" y="1467672"/>
            <a:ext cx="82856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 et al., "</a:t>
            </a:r>
            <a:r>
              <a:rPr lang="en-US" sz="1600" dirty="0" err="1"/>
              <a:t>LoRA</a:t>
            </a:r>
            <a:r>
              <a:rPr lang="en-US" sz="1600" dirty="0"/>
              <a:t>: Low-Rank Adaptation of Large Language Models" (ICLR 2022)</a:t>
            </a:r>
          </a:p>
          <a:p>
            <a:endParaRPr lang="en-US" sz="1600" dirty="0"/>
          </a:p>
          <a:p>
            <a:r>
              <a:rPr lang="en-IN" sz="1600" dirty="0"/>
              <a:t>Developed a low-rank adaptation method that enables efficient fine-tuning of large transformer models with minimal parameters, ideal for lightweight reasoning adaptation.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Low-Rank Adaptation:</a:t>
            </a:r>
            <a:r>
              <a:rPr lang="en-US" sz="1600" dirty="0"/>
              <a:t> Insert small rank matrices into attention layers; freeze 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Benefits:</a:t>
            </a:r>
            <a:r>
              <a:rPr lang="en-US" sz="1600" dirty="0"/>
              <a:t> ⟶ 10 000× fewer trainable params, 0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Use:</a:t>
            </a:r>
            <a:r>
              <a:rPr lang="en-US" sz="1600" dirty="0"/>
              <a:t> Final stage for efficient reasoning fine-tune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Result: </a:t>
            </a:r>
            <a:r>
              <a:rPr lang="en-US" sz="1600" dirty="0"/>
              <a:t>Increased Compositional accuracy with minimal compute.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3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AEA7-A19F-CDF7-AADA-C62D7C0F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4DF1DB-488E-BFFE-F0BE-7CD61AFF3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Advanced Technique 1: Self-Supervised Learning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D9C992-18E5-EB8E-860C-38BB18648684}"/>
              </a:ext>
            </a:extLst>
          </p:cNvPr>
          <p:cNvSpPr txBox="1"/>
          <p:nvPr/>
        </p:nvSpPr>
        <p:spPr>
          <a:xfrm>
            <a:off x="1278939" y="1467672"/>
            <a:ext cx="87428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Goal:</a:t>
            </a:r>
            <a:r>
              <a:rPr lang="en-IN" sz="1600" dirty="0"/>
              <a:t> improve ALBEF’s reasoning via unlabelled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Idea:</a:t>
            </a:r>
            <a:r>
              <a:rPr lang="en-IN" sz="1600" dirty="0"/>
              <a:t> extend ALBEF’s momentum-distillation to </a:t>
            </a:r>
            <a:r>
              <a:rPr lang="en-IN" sz="1600" i="1" dirty="0"/>
              <a:t>unpaired</a:t>
            </a:r>
            <a:r>
              <a:rPr lang="en-IN" sz="1600" dirty="0"/>
              <a:t> images/text.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 </a:t>
            </a:r>
            <a:r>
              <a:rPr lang="en-IN" sz="1600" b="1" dirty="0"/>
              <a:t>contrastive self-supervised pretraining</a:t>
            </a:r>
            <a:r>
              <a:rPr lang="en-IN" sz="1600" dirty="0"/>
              <a:t> (SimCLR/MAE style).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Combine with </a:t>
            </a:r>
            <a:r>
              <a:rPr lang="en-IN" sz="1600" b="1" dirty="0"/>
              <a:t>Diffusion Augmentation</a:t>
            </a:r>
            <a:r>
              <a:rPr lang="en-IN" sz="1600" dirty="0"/>
              <a:t> to create pseudo-negatives</a:t>
            </a:r>
          </a:p>
          <a:p>
            <a:endParaRPr lang="en-IN" sz="1600" dirty="0"/>
          </a:p>
          <a:p>
            <a:endParaRPr lang="en-IN" sz="1600" dirty="0"/>
          </a:p>
          <a:p>
            <a:br>
              <a:rPr lang="en-IN" sz="1600" dirty="0"/>
            </a:br>
            <a:endParaRPr lang="en-IN" sz="1600" dirty="0"/>
          </a:p>
          <a:p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7969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14748-5266-C375-93DC-E712BECC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EE9C04-5D96-744B-B848-634FC40F2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Advanced Technique 2: Unsupervised Generative Enhancement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238F5B-9F4F-9B4A-D386-E19E4DA0F6C2}"/>
              </a:ext>
            </a:extLst>
          </p:cNvPr>
          <p:cNvSpPr txBox="1"/>
          <p:nvPr/>
        </p:nvSpPr>
        <p:spPr>
          <a:xfrm>
            <a:off x="1278939" y="1467672"/>
            <a:ext cx="874288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Goal:</a:t>
            </a:r>
            <a:r>
              <a:rPr lang="en-US" sz="1600" dirty="0"/>
              <a:t> strengthen quantitative reasoning without new labels.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Diffusion based augmentation to Create pseudo image–caption pairs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count-aware contrastive loss</a:t>
            </a:r>
            <a:r>
              <a:rPr lang="en-US" sz="1600" dirty="0"/>
              <a:t> (</a:t>
            </a:r>
            <a:r>
              <a:rPr lang="en-US" sz="1600" dirty="0" err="1"/>
              <a:t>Paiss</a:t>
            </a:r>
            <a:r>
              <a:rPr lang="en-US" sz="1600" dirty="0"/>
              <a:t> et al., ICCV 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Adapt efficiently using </a:t>
            </a:r>
            <a:r>
              <a:rPr lang="en-US" sz="1600" b="1" dirty="0" err="1"/>
              <a:t>LoRA</a:t>
            </a:r>
            <a:r>
              <a:rPr lang="en-US" sz="1600" dirty="0"/>
              <a:t> (Hu et al., ICLR 2022).</a:t>
            </a:r>
            <a:br>
              <a:rPr lang="en-US" sz="1600" dirty="0"/>
            </a:br>
            <a:endParaRPr lang="en-IN" sz="1600" dirty="0"/>
          </a:p>
          <a:p>
            <a:br>
              <a:rPr lang="en-IN" sz="1600" dirty="0"/>
            </a:br>
            <a:endParaRPr lang="en-IN" sz="1600" dirty="0"/>
          </a:p>
          <a:p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091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47E5-3ECE-30FA-E375-7FC1537E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0F8404-6E43-04B9-3841-D7D0ADD32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Conclusion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AC1100-09E5-7447-E44C-166A142C0CF6}"/>
              </a:ext>
            </a:extLst>
          </p:cNvPr>
          <p:cNvSpPr txBox="1"/>
          <p:nvPr/>
        </p:nvSpPr>
        <p:spPr>
          <a:xfrm>
            <a:off x="1077771" y="1293936"/>
            <a:ext cx="87428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End-to-End Pipeline:</a:t>
            </a:r>
            <a:br>
              <a:rPr lang="en-IN" sz="1600" dirty="0"/>
            </a:br>
            <a:r>
              <a:rPr lang="en-IN" sz="1600" dirty="0"/>
              <a:t>ALBEF → Diffusion Augmentation → Counting-Aware Loss → </a:t>
            </a:r>
            <a:r>
              <a:rPr lang="en-IN" sz="1600" dirty="0" err="1"/>
              <a:t>LoRA</a:t>
            </a:r>
            <a:r>
              <a:rPr lang="en-IN" sz="1600" dirty="0"/>
              <a:t> Fine-Tuning → (Self-Supervised &amp; Generative Extensions)</a:t>
            </a:r>
          </a:p>
          <a:p>
            <a:endParaRPr lang="en-IN" sz="1600" b="1" dirty="0"/>
          </a:p>
          <a:p>
            <a:r>
              <a:rPr lang="en-IN" sz="1600" b="1" dirty="0"/>
              <a:t>Key Takeaways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Addressed main A2 weaknesses: </a:t>
            </a:r>
            <a:r>
              <a:rPr lang="en-IN" sz="1600" i="1" dirty="0"/>
              <a:t>negation</a:t>
            </a:r>
            <a:r>
              <a:rPr lang="en-IN" sz="1600" dirty="0"/>
              <a:t>, </a:t>
            </a:r>
            <a:r>
              <a:rPr lang="en-IN" sz="1600" i="1" dirty="0"/>
              <a:t>spatial</a:t>
            </a:r>
            <a:r>
              <a:rPr lang="en-IN" sz="1600" dirty="0"/>
              <a:t>, </a:t>
            </a:r>
            <a:r>
              <a:rPr lang="en-IN" sz="1600" i="1" dirty="0"/>
              <a:t>counting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Combined </a:t>
            </a:r>
            <a:r>
              <a:rPr lang="en-IN" sz="1600" b="1" dirty="0"/>
              <a:t>data-level diversity</a:t>
            </a:r>
            <a:r>
              <a:rPr lang="en-IN" sz="1600" dirty="0"/>
              <a:t>, </a:t>
            </a:r>
            <a:r>
              <a:rPr lang="en-IN" sz="1600" b="1" dirty="0"/>
              <a:t>task-specific reasoning</a:t>
            </a:r>
            <a:r>
              <a:rPr lang="en-IN" sz="1600" dirty="0"/>
              <a:t>, and </a:t>
            </a:r>
            <a:r>
              <a:rPr lang="en-IN" sz="1600" b="1" dirty="0"/>
              <a:t>efficient adaptation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Integrated </a:t>
            </a:r>
            <a:r>
              <a:rPr lang="en-IN" sz="1600" b="1" dirty="0"/>
              <a:t>advanced techniques</a:t>
            </a:r>
            <a:r>
              <a:rPr lang="en-IN" sz="1600" dirty="0"/>
              <a:t> (self-supervised + generative) for unlabelled-data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Expected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My current Phase 3A: 81.52%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ALBEF paper result: 83.14%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Human performance: ~95%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Proposed system (all improvements): </a:t>
            </a:r>
            <a:r>
              <a:rPr lang="en-US" sz="1600" b="1" dirty="0"/>
              <a:t>Expected 84-86.0%</a:t>
            </a:r>
            <a:endParaRPr lang="en-IN" sz="1600" b="1" dirty="0"/>
          </a:p>
          <a:p>
            <a:br>
              <a:rPr lang="en-IN" sz="1600" dirty="0"/>
            </a:br>
            <a:endParaRPr lang="en-IN" sz="1600" dirty="0"/>
          </a:p>
          <a:p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0324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A6350-E74F-ED58-EE33-81EF4348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8143C1-011A-3232-1CE5-297BAEAED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References</a:t>
            </a:r>
            <a:endParaRPr lang="ko-KR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D0CBB9-3340-CEE3-A04B-D970CB1E43EB}"/>
              </a:ext>
            </a:extLst>
          </p:cNvPr>
          <p:cNvSpPr txBox="1"/>
          <p:nvPr/>
        </p:nvSpPr>
        <p:spPr>
          <a:xfrm>
            <a:off x="712011" y="1156776"/>
            <a:ext cx="1037051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/>
              <a:t>Li, J., Selvaraju, R., </a:t>
            </a:r>
            <a:r>
              <a:rPr lang="en-IN" sz="1600" b="1" dirty="0" err="1"/>
              <a:t>Gotmare</a:t>
            </a:r>
            <a:r>
              <a:rPr lang="en-IN" sz="1600" b="1" dirty="0"/>
              <a:t>, A., </a:t>
            </a:r>
            <a:r>
              <a:rPr lang="en-IN" sz="1600" b="1" dirty="0" err="1"/>
              <a:t>Joty</a:t>
            </a:r>
            <a:r>
              <a:rPr lang="en-IN" sz="1600" b="1" dirty="0"/>
              <a:t>, S., Xiong, C., &amp; Hoi, S. C. H.</a:t>
            </a:r>
            <a:r>
              <a:rPr lang="en-IN" sz="1600" dirty="0"/>
              <a:t> (2021). Align before Fuse: Vision and Language Representation Learning with Momentum Distillation. </a:t>
            </a:r>
            <a:r>
              <a:rPr lang="en-IN" sz="1600" i="1" dirty="0"/>
              <a:t>Advances in Neural Information Processing Systems (</a:t>
            </a:r>
            <a:r>
              <a:rPr lang="en-IN" sz="1600" i="1" dirty="0" err="1"/>
              <a:t>NeurIPS</a:t>
            </a:r>
            <a:r>
              <a:rPr lang="en-IN" sz="1600" i="1" dirty="0"/>
              <a:t>)</a:t>
            </a:r>
            <a:r>
              <a:rPr lang="en-IN" sz="1600" dirty="0"/>
              <a:t>, 34, 9694-9705.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Trabucco, B., Doherty, K., </a:t>
            </a:r>
            <a:r>
              <a:rPr lang="en-IN" sz="1600" b="1" dirty="0" err="1"/>
              <a:t>Gurinas</a:t>
            </a:r>
            <a:r>
              <a:rPr lang="en-IN" sz="1600" b="1" dirty="0"/>
              <a:t>, M., &amp; </a:t>
            </a:r>
            <a:r>
              <a:rPr lang="en-IN" sz="1600" b="1" dirty="0" err="1"/>
              <a:t>Salakhutdinov</a:t>
            </a:r>
            <a:r>
              <a:rPr lang="en-IN" sz="1600" b="1" dirty="0"/>
              <a:t>, R.</a:t>
            </a:r>
            <a:r>
              <a:rPr lang="en-IN" sz="1600" dirty="0"/>
              <a:t> (2023). Effective Data Augmentation with Diffusion Models. </a:t>
            </a:r>
            <a:r>
              <a:rPr lang="en-IN" sz="1600" i="1" dirty="0"/>
              <a:t>International Conference on Machine Learning (ICML)</a:t>
            </a:r>
            <a:r>
              <a:rPr lang="en-IN" sz="1600" dirty="0"/>
              <a:t>, 35412-35433.</a:t>
            </a:r>
            <a:endParaRPr lang="en-IN" sz="1600" b="1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Thrush, T., Jiang, R., Bartolo, M., Singh, A., Williams, A., Kiela, D., &amp; Candea, M.</a:t>
            </a:r>
            <a:r>
              <a:rPr lang="en-IN" sz="1600" dirty="0"/>
              <a:t> (2022). Winoground: Probing Vision and Language Models for Visio-Linguistic Compositionality. </a:t>
            </a:r>
            <a:r>
              <a:rPr lang="en-IN" sz="1600" i="1" dirty="0"/>
              <a:t>IEEE/CVF Conference on Computer Vision and Pattern Recognition (CVPR)</a:t>
            </a:r>
            <a:r>
              <a:rPr lang="en-IN" sz="1600" dirty="0"/>
              <a:t>, 5238-5248.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 err="1"/>
              <a:t>Paiss</a:t>
            </a:r>
            <a:r>
              <a:rPr lang="en-IN" sz="1600" b="1" dirty="0"/>
              <a:t>, R., Ephrat, A., Tov, O., Zada, S., Mosseri, I., Irani, M., &amp; Dekel, T.</a:t>
            </a:r>
            <a:r>
              <a:rPr lang="en-IN" sz="1600" dirty="0"/>
              <a:t> (2023). Teaching CLIP to Count to Ten. </a:t>
            </a:r>
            <a:r>
              <a:rPr lang="en-IN" sz="1600" i="1" dirty="0"/>
              <a:t>IEEE/CVF International Conference on Computer Vision (ICCV)</a:t>
            </a:r>
            <a:r>
              <a:rPr lang="en-IN" sz="1600" dirty="0"/>
              <a:t>, 2163-2173.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Hu, E. J., Shen, Y., Wallis, P., Allen-Zhu, Z., Li, Y., Wang, S., Wang, L., &amp; Chen, W.</a:t>
            </a:r>
            <a:r>
              <a:rPr lang="en-IN" sz="1600" dirty="0"/>
              <a:t> (2022). </a:t>
            </a:r>
            <a:r>
              <a:rPr lang="en-IN" sz="1600" dirty="0" err="1"/>
              <a:t>LoRA</a:t>
            </a:r>
            <a:r>
              <a:rPr lang="en-IN" sz="1600" dirty="0"/>
              <a:t>: Low-Rank Adaptation of Large Language Models. </a:t>
            </a:r>
            <a:r>
              <a:rPr lang="en-IN" sz="1600" i="1" dirty="0"/>
              <a:t>International Conference on Learning Representations (ICLR)</a:t>
            </a:r>
            <a:r>
              <a:rPr lang="en-IN" sz="1600" dirty="0"/>
              <a:t>.</a:t>
            </a:r>
          </a:p>
          <a:p>
            <a:pPr algn="just"/>
            <a:br>
              <a:rPr lang="en-IN" sz="1600" dirty="0"/>
            </a:br>
            <a:endParaRPr lang="en-IN" sz="1600" dirty="0"/>
          </a:p>
          <a:p>
            <a:pPr algn="just"/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1084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1227</Words>
  <Application>Microsoft Office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Abey Thomas</dc:creator>
  <cp:lastModifiedBy>Abey Thomas</cp:lastModifiedBy>
  <cp:revision>1</cp:revision>
  <dcterms:created xsi:type="dcterms:W3CDTF">2025-11-03T09:43:04Z</dcterms:created>
  <dcterms:modified xsi:type="dcterms:W3CDTF">2025-11-03T13:33:53Z</dcterms:modified>
</cp:coreProperties>
</file>